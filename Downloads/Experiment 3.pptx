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3" r:id="rId4"/>
    <p:sldId id="257" r:id="rId5"/>
    <p:sldId id="258" r:id="rId6"/>
    <p:sldId id="265" r:id="rId7"/>
    <p:sldId id="264" r:id="rId8"/>
    <p:sldId id="268" r:id="rId9"/>
    <p:sldId id="266" r:id="rId10"/>
    <p:sldId id="267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52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1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81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85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6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4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90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84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4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3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321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9275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54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21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61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76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59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D0B1B4C-2C81-4DC9-AF77-6D7EBA1C58F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01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CF2E-E4CB-4C6C-A0D8-441FB2BD27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DevOps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EE271-7FCC-4CD8-B57E-18EC4BE30A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Varun khare</a:t>
            </a:r>
          </a:p>
          <a:p>
            <a:r>
              <a:rPr lang="en-US" dirty="0"/>
              <a:t>M.SC. STATISTISCS, M.TECH. CSE ( NIT JAIPUR )</a:t>
            </a:r>
          </a:p>
        </p:txBody>
      </p:sp>
    </p:spTree>
    <p:extLst>
      <p:ext uri="{BB962C8B-B14F-4D97-AF65-F5344CB8AC3E}">
        <p14:creationId xmlns:p14="http://schemas.microsoft.com/office/powerpoint/2010/main" val="819897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B8C31-F608-4724-BF47-3A3132EF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49393-6659-4C4B-853F-B49235039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66" y="1720735"/>
            <a:ext cx="11440594" cy="4552603"/>
          </a:xfrm>
        </p:spPr>
        <p:txBody>
          <a:bodyPr/>
          <a:lstStyle/>
          <a:p>
            <a:r>
              <a:rPr lang="en-US" dirty="0"/>
              <a:t>Gradle is a </a:t>
            </a:r>
            <a:r>
              <a:rPr lang="en-US" b="1" dirty="0"/>
              <a:t>build automation tool</a:t>
            </a:r>
            <a:r>
              <a:rPr lang="en-US" dirty="0"/>
              <a:t> used to compile, test, and package code in software projects.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is widely used for </a:t>
            </a:r>
            <a:r>
              <a:rPr lang="en-US" b="1" dirty="0"/>
              <a:t>Java, Kotlin, Android, and other languages</a:t>
            </a:r>
            <a:r>
              <a:rPr lang="en-US" dirty="0"/>
              <a:t>. Think of it as a tool that helps developers </a:t>
            </a:r>
            <a:r>
              <a:rPr lang="en-US" b="1" dirty="0"/>
              <a:t>manage dependencies, automate tasks, and build projects efficiently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40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E4F5-9A39-4870-98A2-F1F13C61E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Gradle key features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D62DD4-4EBD-4FF0-B32E-6696BBCEDD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2506186"/>
            <a:ext cx="1110808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Incremental Builds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Gradle only rebuilds what has changed, making it faster than traditional build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Dependency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Automatically downloads and manages project dependencies from repositories like Maven Central.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Support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Works with Java, Kotlin, Groovy, C++, Python, and more.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Customizable Build Scripts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Uses Groovy or Kotlin DSL for flexible and readable build configurations.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Gradle build scripts are simpler and more readable than Maven’s XML.</a:t>
            </a:r>
          </a:p>
        </p:txBody>
      </p:sp>
    </p:spTree>
    <p:extLst>
      <p:ext uri="{BB962C8B-B14F-4D97-AF65-F5344CB8AC3E}">
        <p14:creationId xmlns:p14="http://schemas.microsoft.com/office/powerpoint/2010/main" val="2721443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EDF7C-6DF4-4528-9006-684107AD9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54BC-9033-42F9-9763-91BC45D8B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446" y="2061556"/>
            <a:ext cx="10075027" cy="44888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hellogradle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cd </a:t>
            </a:r>
            <a:r>
              <a:rPr lang="en-US" dirty="0" err="1"/>
              <a:t>hellogradle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sudo</a:t>
            </a:r>
            <a:r>
              <a:rPr lang="en-US" dirty="0"/>
              <a:t> apt update</a:t>
            </a:r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dirty="0" err="1"/>
              <a:t>sudo</a:t>
            </a:r>
            <a:r>
              <a:rPr lang="en-US" dirty="0"/>
              <a:t> apt install openjdk-8-jdk</a:t>
            </a:r>
          </a:p>
          <a:p>
            <a:pPr marL="0" indent="0">
              <a:buNone/>
            </a:pPr>
            <a:r>
              <a:rPr lang="en-US" dirty="0"/>
              <a:t>5. </a:t>
            </a:r>
            <a:r>
              <a:rPr lang="en-US" dirty="0" err="1"/>
              <a:t>sudo</a:t>
            </a:r>
            <a:r>
              <a:rPr lang="en-US" dirty="0"/>
              <a:t> update-alternatives --config java</a:t>
            </a:r>
          </a:p>
          <a:p>
            <a:pPr marL="0" indent="0">
              <a:buNone/>
            </a:pPr>
            <a:r>
              <a:rPr lang="en-US" dirty="0"/>
              <a:t>6. </a:t>
            </a:r>
            <a:r>
              <a:rPr lang="en-US" dirty="0" err="1"/>
              <a:t>gradle</a:t>
            </a:r>
            <a:r>
              <a:rPr lang="en-US" dirty="0"/>
              <a:t> </a:t>
            </a:r>
            <a:r>
              <a:rPr lang="en-US" dirty="0" err="1"/>
              <a:t>init</a:t>
            </a:r>
            <a:r>
              <a:rPr lang="en-US" dirty="0"/>
              <a:t> --type java-application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511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746E-38B1-4210-A249-1945A07F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71" y="0"/>
            <a:ext cx="9404723" cy="1400530"/>
          </a:xfrm>
        </p:spPr>
        <p:txBody>
          <a:bodyPr/>
          <a:lstStyle/>
          <a:p>
            <a:r>
              <a:rPr lang="en-US" dirty="0"/>
              <a:t>Contd..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5AC80E-5E83-45AD-BAC3-DA493141B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327" y="681644"/>
            <a:ext cx="5954066" cy="585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52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42D8F-31A4-4A71-9B08-F0B8B11A9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of Components: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EBBBC-7F49-4A3E-B5BE-D88516AF4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720736"/>
            <a:ext cx="8946541" cy="45276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build.gradle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This is the main build script written in Groovy (or Kotlin if you choose). It defines plugins, repositories, dependencies, and tasks.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settings.gradle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small script that defines the project’s name and, in multi-project builds, the included subprojects.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gradlew</a:t>
            </a:r>
            <a:r>
              <a:rPr lang="en-US" dirty="0"/>
              <a:t> / gradlew.bat: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Gradle wrapper scripts. They allow you to run Gradle without requiring a separate installation on every machine by automatically downloading the correct Gradle version.</a:t>
            </a:r>
          </a:p>
          <a:p>
            <a:pPr marL="0" indent="0">
              <a:buNone/>
            </a:pPr>
            <a:r>
              <a:rPr lang="en-US" dirty="0"/>
              <a:t>4.  </a:t>
            </a:r>
            <a:r>
              <a:rPr lang="en-US" dirty="0" err="1"/>
              <a:t>src</a:t>
            </a:r>
            <a:r>
              <a:rPr lang="en-US" dirty="0"/>
              <a:t>/main/java: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Contains your application’s source code.</a:t>
            </a:r>
          </a:p>
          <a:p>
            <a:pPr marL="0" indent="0">
              <a:buNone/>
            </a:pPr>
            <a:r>
              <a:rPr lang="en-US" dirty="0"/>
              <a:t>5.  </a:t>
            </a:r>
            <a:r>
              <a:rPr lang="en-US" dirty="0" err="1"/>
              <a:t>src</a:t>
            </a:r>
            <a:r>
              <a:rPr lang="en-US" dirty="0"/>
              <a:t>/test/java: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	Contains your unit tests.</a:t>
            </a:r>
          </a:p>
        </p:txBody>
      </p:sp>
    </p:spTree>
    <p:extLst>
      <p:ext uri="{BB962C8B-B14F-4D97-AF65-F5344CB8AC3E}">
        <p14:creationId xmlns:p14="http://schemas.microsoft.com/office/powerpoint/2010/main" val="2389394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E4914-98BE-44FE-BF6F-4E99C6E46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Gradle Build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64315-E7D9-4344-9EAA-5DA4AB8B7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 build script in Gradle is a programmatic file that instructs Gradle on how to build your project. It can be written in two main DSLs:</a:t>
            </a:r>
          </a:p>
          <a:p>
            <a:endParaRPr lang="en-US" dirty="0"/>
          </a:p>
          <a:p>
            <a:pPr marL="400050" lvl="1" indent="0">
              <a:buNone/>
            </a:pPr>
            <a:r>
              <a:rPr lang="en-US" dirty="0"/>
              <a:t>• Groovy DSL (</a:t>
            </a:r>
            <a:r>
              <a:rPr lang="en-US" dirty="0" err="1"/>
              <a:t>build.gradle</a:t>
            </a:r>
            <a:r>
              <a:rPr lang="en-US" dirty="0"/>
              <a:t>): The traditional and most common syntax.</a:t>
            </a:r>
          </a:p>
          <a:p>
            <a:pPr marL="400050" lvl="1" indent="0">
              <a:buNone/>
            </a:pPr>
            <a:r>
              <a:rPr lang="en-US" dirty="0"/>
              <a:t>• Kotlin DSL (</a:t>
            </a:r>
            <a:r>
              <a:rPr lang="en-US" dirty="0" err="1"/>
              <a:t>build.gradle.kts</a:t>
            </a:r>
            <a:r>
              <a:rPr lang="en-US" dirty="0"/>
              <a:t>): A statically-typed alternative that leverages Kotlin’s language features.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396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1FA43-CD56-4972-BE54-E72399607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DD634-78DA-490D-8079-319E8CBFD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800" dirty="0"/>
              <a:t>On next slide is an example of a basic </a:t>
            </a:r>
            <a:r>
              <a:rPr lang="en-US" sz="4800" dirty="0" err="1"/>
              <a:t>build.gradle</a:t>
            </a:r>
            <a:r>
              <a:rPr lang="en-US" sz="4800" dirty="0"/>
              <a:t> for a Java application using Groovy DSL: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496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2EFF-AA3D-42A9-9F73-59D01EBED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89" y="153460"/>
            <a:ext cx="9404723" cy="536497"/>
          </a:xfrm>
        </p:spPr>
        <p:txBody>
          <a:bodyPr/>
          <a:lstStyle/>
          <a:p>
            <a:r>
              <a:rPr lang="en-US" dirty="0"/>
              <a:t>For Groovy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C610A-A505-48C7-9D0C-BDB7D88AA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262" y="573578"/>
            <a:ext cx="9617591" cy="605997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plugins {</a:t>
            </a:r>
          </a:p>
          <a:p>
            <a:pPr marL="0" indent="0">
              <a:buNone/>
            </a:pPr>
            <a:r>
              <a:rPr lang="en-US" dirty="0"/>
              <a:t> // Apply the Java plugin for compiling Java code</a:t>
            </a:r>
          </a:p>
          <a:p>
            <a:pPr marL="0" indent="0">
              <a:buNone/>
            </a:pPr>
            <a:r>
              <a:rPr lang="en-US" dirty="0"/>
              <a:t> id 'java'</a:t>
            </a:r>
          </a:p>
          <a:p>
            <a:pPr marL="0" indent="0">
              <a:buNone/>
            </a:pPr>
            <a:r>
              <a:rPr lang="en-US" dirty="0"/>
              <a:t> // Apply the application plugin to add support for building an</a:t>
            </a:r>
          </a:p>
          <a:p>
            <a:pPr marL="0" indent="0">
              <a:buNone/>
            </a:pPr>
            <a:r>
              <a:rPr lang="en-US" dirty="0"/>
              <a:t>application</a:t>
            </a:r>
          </a:p>
          <a:p>
            <a:pPr marL="0" indent="0">
              <a:buNone/>
            </a:pPr>
            <a:r>
              <a:rPr lang="en-US" dirty="0"/>
              <a:t> id 'application'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group = '</a:t>
            </a:r>
            <a:r>
              <a:rPr lang="en-US" dirty="0" err="1"/>
              <a:t>com.example</a:t>
            </a:r>
            <a:r>
              <a:rPr lang="en-US" dirty="0"/>
              <a:t>'</a:t>
            </a:r>
          </a:p>
          <a:p>
            <a:pPr marL="0" indent="0">
              <a:buNone/>
            </a:pPr>
            <a:r>
              <a:rPr lang="en-US" dirty="0"/>
              <a:t>version = '1.0'</a:t>
            </a:r>
          </a:p>
          <a:p>
            <a:pPr marL="0" indent="0">
              <a:buNone/>
            </a:pPr>
            <a:r>
              <a:rPr lang="en-US" dirty="0"/>
              <a:t>repositories {</a:t>
            </a:r>
          </a:p>
          <a:p>
            <a:pPr marL="0" indent="0">
              <a:buNone/>
            </a:pPr>
            <a:r>
              <a:rPr lang="en-US" dirty="0"/>
              <a:t> // Use Maven Central for resolving dependencies.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mavenCentral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dependencies {</a:t>
            </a:r>
          </a:p>
          <a:p>
            <a:pPr marL="0" indent="0">
              <a:buNone/>
            </a:pPr>
            <a:r>
              <a:rPr lang="en-US" dirty="0"/>
              <a:t> // Define your dependencies. For example, JUnit for testing: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testImplementation</a:t>
            </a:r>
            <a:r>
              <a:rPr lang="en-US" dirty="0"/>
              <a:t> 'junit:junit:4.13.2'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application {</a:t>
            </a:r>
          </a:p>
          <a:p>
            <a:pPr marL="0" indent="0">
              <a:buNone/>
            </a:pPr>
            <a:r>
              <a:rPr lang="en-US" dirty="0"/>
              <a:t> // Define the main class for the application.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mainClass</a:t>
            </a:r>
            <a:r>
              <a:rPr lang="en-US" dirty="0"/>
              <a:t> = '</a:t>
            </a:r>
            <a:r>
              <a:rPr lang="en-US" dirty="0" err="1"/>
              <a:t>com.example.App</a:t>
            </a:r>
            <a:r>
              <a:rPr lang="en-US" dirty="0"/>
              <a:t>'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6599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1ABEB-B0FE-470E-9156-AF3263B8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Groovy contd..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83EDC-3429-4B57-84B9-A89D9BC93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 hangingPunc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kern="100" dirty="0">
                <a:effectLst/>
                <a:latin typeface="Liberation Serif"/>
                <a:ea typeface="Noto Serif CJK SC"/>
                <a:cs typeface="Lohit Devanagari"/>
              </a:rPr>
              <a:t>For running  a task in groovy, edit </a:t>
            </a:r>
            <a:r>
              <a:rPr lang="en-IN" sz="2000" kern="100" dirty="0" err="1">
                <a:effectLst/>
                <a:latin typeface="Liberation Serif"/>
                <a:ea typeface="Noto Serif CJK SC"/>
                <a:cs typeface="Lohit Devanagari"/>
              </a:rPr>
              <a:t>build.gradle</a:t>
            </a:r>
            <a:r>
              <a:rPr lang="en-IN" sz="2000" kern="100" dirty="0">
                <a:effectLst/>
                <a:latin typeface="Liberation Serif"/>
                <a:ea typeface="Noto Serif CJK SC"/>
                <a:cs typeface="Lohit Devanagari"/>
              </a:rPr>
              <a:t> file and add the following : </a:t>
            </a:r>
            <a:endParaRPr lang="en-US" sz="2000" kern="100" dirty="0">
              <a:effectLst/>
              <a:latin typeface="Liberation Serif"/>
              <a:ea typeface="Noto Serif CJK SC"/>
              <a:cs typeface="Lohit Devanagari"/>
            </a:endParaRPr>
          </a:p>
          <a:p>
            <a:pPr marL="0" marR="0" indent="0" hangingPunc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kern="100" dirty="0">
                <a:effectLst/>
                <a:latin typeface="Liberation Serif"/>
                <a:ea typeface="Noto Serif CJK SC"/>
                <a:cs typeface="Lohit Devanagari"/>
              </a:rPr>
              <a:t> </a:t>
            </a:r>
            <a:endParaRPr lang="en-US" sz="2000" kern="100" dirty="0">
              <a:effectLst/>
              <a:latin typeface="Liberation Serif"/>
              <a:ea typeface="Noto Serif CJK SC"/>
              <a:cs typeface="Lohit Devanagari"/>
            </a:endParaRPr>
          </a:p>
          <a:p>
            <a:pPr marL="0" marR="0" indent="0" hangingPunc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kern="100" dirty="0">
                <a:effectLst/>
                <a:latin typeface="Liberation Serif"/>
                <a:ea typeface="Noto Serif CJK SC"/>
                <a:cs typeface="Lohit Devanagari"/>
              </a:rPr>
              <a:t>task hello {</a:t>
            </a:r>
            <a:endParaRPr lang="en-US" sz="2000" kern="100" dirty="0">
              <a:effectLst/>
              <a:latin typeface="Liberation Serif"/>
              <a:ea typeface="Noto Serif CJK SC"/>
              <a:cs typeface="Lohit Devanagari"/>
            </a:endParaRPr>
          </a:p>
          <a:p>
            <a:pPr marL="0" marR="0" indent="0" hangingPunc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kern="100" dirty="0">
                <a:effectLst/>
                <a:latin typeface="Liberation Serif"/>
                <a:ea typeface="Noto Serif CJK SC"/>
                <a:cs typeface="Lohit Devanagari"/>
              </a:rPr>
              <a:t>    </a:t>
            </a:r>
            <a:r>
              <a:rPr lang="en-IN" sz="2000" kern="100" dirty="0" err="1">
                <a:effectLst/>
                <a:latin typeface="Liberation Serif"/>
                <a:ea typeface="Noto Serif CJK SC"/>
                <a:cs typeface="Lohit Devanagari"/>
              </a:rPr>
              <a:t>doLast</a:t>
            </a:r>
            <a:r>
              <a:rPr lang="en-IN" sz="2000" kern="100" dirty="0">
                <a:effectLst/>
                <a:latin typeface="Liberation Serif"/>
                <a:ea typeface="Noto Serif CJK SC"/>
                <a:cs typeface="Lohit Devanagari"/>
              </a:rPr>
              <a:t> {</a:t>
            </a:r>
            <a:endParaRPr lang="en-US" sz="2000" kern="100" dirty="0">
              <a:effectLst/>
              <a:latin typeface="Liberation Serif"/>
              <a:ea typeface="Noto Serif CJK SC"/>
              <a:cs typeface="Lohit Devanagari"/>
            </a:endParaRPr>
          </a:p>
          <a:p>
            <a:pPr marL="0" marR="0" indent="0" hangingPunc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kern="100" dirty="0">
                <a:effectLst/>
                <a:latin typeface="Liberation Serif"/>
                <a:ea typeface="Noto Serif CJK SC"/>
                <a:cs typeface="Lohit Devanagari"/>
              </a:rPr>
              <a:t>        </a:t>
            </a:r>
            <a:r>
              <a:rPr lang="en-IN" sz="2000" kern="100" dirty="0" err="1">
                <a:effectLst/>
                <a:latin typeface="Liberation Serif"/>
                <a:ea typeface="Noto Serif CJK SC"/>
                <a:cs typeface="Lohit Devanagari"/>
              </a:rPr>
              <a:t>println</a:t>
            </a:r>
            <a:r>
              <a:rPr lang="en-IN" sz="2000" kern="100" dirty="0">
                <a:effectLst/>
                <a:latin typeface="Liberation Serif"/>
                <a:ea typeface="Noto Serif CJK SC"/>
                <a:cs typeface="Lohit Devanagari"/>
              </a:rPr>
              <a:t> 'Hello, Gradle!'</a:t>
            </a:r>
            <a:endParaRPr lang="en-US" sz="2000" kern="100" dirty="0">
              <a:effectLst/>
              <a:latin typeface="Liberation Serif"/>
              <a:ea typeface="Noto Serif CJK SC"/>
              <a:cs typeface="Lohit Devanagari"/>
            </a:endParaRPr>
          </a:p>
          <a:p>
            <a:pPr marL="0" marR="0" indent="0" hangingPunc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kern="100" dirty="0">
                <a:effectLst/>
                <a:latin typeface="Liberation Serif"/>
                <a:ea typeface="Noto Serif CJK SC"/>
                <a:cs typeface="Lohit Devanagari"/>
              </a:rPr>
              <a:t>    }</a:t>
            </a:r>
            <a:endParaRPr lang="en-US" sz="2000" kern="100" dirty="0">
              <a:effectLst/>
              <a:latin typeface="Liberation Serif"/>
              <a:ea typeface="Noto Serif CJK SC"/>
              <a:cs typeface="Lohit Devanagari"/>
            </a:endParaRPr>
          </a:p>
          <a:p>
            <a:pPr marL="0" marR="0" indent="0" hangingPunc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kern="100" dirty="0">
                <a:effectLst/>
                <a:latin typeface="Liberation Serif"/>
                <a:ea typeface="Noto Serif CJK SC"/>
                <a:cs typeface="Lohit Devanagari"/>
              </a:rPr>
              <a:t>}</a:t>
            </a:r>
            <a:endParaRPr lang="en-US" sz="2000" kern="100" dirty="0">
              <a:effectLst/>
              <a:latin typeface="Liberation Serif"/>
              <a:ea typeface="Noto Serif CJK SC"/>
              <a:cs typeface="Lohit Devanagari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7. </a:t>
            </a:r>
            <a:r>
              <a:rPr lang="en-US" dirty="0" err="1"/>
              <a:t>gradle</a:t>
            </a:r>
            <a:r>
              <a:rPr lang="en-US" dirty="0"/>
              <a:t> hello</a:t>
            </a:r>
          </a:p>
          <a:p>
            <a:endParaRPr lang="en-US" dirty="0"/>
          </a:p>
          <a:p>
            <a:r>
              <a:rPr lang="en-US" dirty="0"/>
              <a:t>Note  : An alternative to Groovy for DSL in Gradle is Kotlin.</a:t>
            </a:r>
          </a:p>
        </p:txBody>
      </p:sp>
    </p:spTree>
    <p:extLst>
      <p:ext uri="{BB962C8B-B14F-4D97-AF65-F5344CB8AC3E}">
        <p14:creationId xmlns:p14="http://schemas.microsoft.com/office/powerpoint/2010/main" val="1290285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9D551-076F-4073-B322-F9E0150B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8CF10-7227-4DDF-96C4-05333F6C1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running the whole project 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9. </a:t>
            </a:r>
            <a:r>
              <a:rPr lang="en-US" dirty="0" err="1"/>
              <a:t>gradle</a:t>
            </a:r>
            <a:r>
              <a:rPr lang="en-US" dirty="0"/>
              <a:t> build</a:t>
            </a:r>
          </a:p>
          <a:p>
            <a:pPr marL="0" indent="0">
              <a:buNone/>
            </a:pPr>
            <a:r>
              <a:rPr lang="en-US" dirty="0"/>
              <a:t>10. </a:t>
            </a:r>
            <a:r>
              <a:rPr lang="en-US" dirty="0" err="1"/>
              <a:t>gradle</a:t>
            </a:r>
            <a:r>
              <a:rPr lang="en-US" dirty="0"/>
              <a:t> test</a:t>
            </a:r>
          </a:p>
          <a:p>
            <a:pPr marL="0" indent="0">
              <a:buNone/>
            </a:pPr>
            <a:r>
              <a:rPr lang="en-US" dirty="0"/>
              <a:t>11. </a:t>
            </a:r>
            <a:r>
              <a:rPr lang="en-US" dirty="0" err="1"/>
              <a:t>gradle</a:t>
            </a:r>
            <a:r>
              <a:rPr lang="en-US" dirty="0"/>
              <a:t> run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924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364</TotalTime>
  <Words>588</Words>
  <Application>Microsoft Office PowerPoint</Application>
  <PresentationFormat>Widescreen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Liberation Serif</vt:lpstr>
      <vt:lpstr>Wingdings 3</vt:lpstr>
      <vt:lpstr>Ion</vt:lpstr>
      <vt:lpstr>DevOps Lab</vt:lpstr>
      <vt:lpstr>Introduction</vt:lpstr>
      <vt:lpstr>Gradle key features :</vt:lpstr>
      <vt:lpstr>Commands    </vt:lpstr>
      <vt:lpstr>Contd..</vt:lpstr>
      <vt:lpstr>Explanation of Components:</vt:lpstr>
      <vt:lpstr>Understanding Gradle Build Scripts</vt:lpstr>
      <vt:lpstr>PowerPoint Presentation</vt:lpstr>
      <vt:lpstr>For Groovy</vt:lpstr>
      <vt:lpstr>For Groovy contd..</vt:lpstr>
      <vt:lpstr>Commands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Lab</dc:title>
  <dc:creator>Varun Khare</dc:creator>
  <cp:lastModifiedBy>Varun Khare</cp:lastModifiedBy>
  <cp:revision>75</cp:revision>
  <dcterms:created xsi:type="dcterms:W3CDTF">2025-02-17T17:41:02Z</dcterms:created>
  <dcterms:modified xsi:type="dcterms:W3CDTF">2025-02-26T05:50:26Z</dcterms:modified>
</cp:coreProperties>
</file>