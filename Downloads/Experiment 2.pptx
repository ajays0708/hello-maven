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49" autoAdjust="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1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8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8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6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9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8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4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3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21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9275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54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21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61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76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5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D0B1B4C-2C81-4DC9-AF77-6D7EBA1C58F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E79D8-DBDE-46CC-A339-2897FF0D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01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CF2E-E4CB-4C6C-A0D8-441FB2BD2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DevOps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EE271-7FCC-4CD8-B57E-18EC4BE30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Varun khare</a:t>
            </a:r>
          </a:p>
          <a:p>
            <a:r>
              <a:rPr lang="en-US" dirty="0"/>
              <a:t>M.SC. STATISTISCS, M.TECH. CSE ( NIT JAIPUR )</a:t>
            </a:r>
          </a:p>
        </p:txBody>
      </p:sp>
    </p:spTree>
    <p:extLst>
      <p:ext uri="{BB962C8B-B14F-4D97-AF65-F5344CB8AC3E}">
        <p14:creationId xmlns:p14="http://schemas.microsoft.com/office/powerpoint/2010/main" val="81989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FFCCF-90C8-4D94-998E-F5D5BA0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A97F-BB46-4199-B14C-9253056A5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54976"/>
            <a:ext cx="10899777" cy="4893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Maven is a powerful build automation and project management tool primarily used for Java projects. It simplifies the build process by: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Enforcing a standard project structure (convention over configuration).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Managing dependencies automatically by downloading them from remote repositories (e.g., Maven Central, Maven Central is a </a:t>
            </a:r>
            <a:r>
              <a:rPr lang="en-US" b="1" dirty="0"/>
              <a:t>big online library</a:t>
            </a:r>
            <a:r>
              <a:rPr lang="en-US" dirty="0"/>
              <a:t> where Maven automatically downloads the required Java libraries for your project.).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Defining a clear build lifecycle (compile, test, package, install, deploy).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Allowing the integration of various plugins to extend functionality (e.g., testing,</a:t>
            </a:r>
          </a:p>
          <a:p>
            <a:pPr marL="0" indent="0">
              <a:buNone/>
            </a:pPr>
            <a:r>
              <a:rPr lang="en-US" dirty="0"/>
              <a:t>reporting)</a:t>
            </a:r>
          </a:p>
        </p:txBody>
      </p:sp>
    </p:spTree>
    <p:extLst>
      <p:ext uri="{BB962C8B-B14F-4D97-AF65-F5344CB8AC3E}">
        <p14:creationId xmlns:p14="http://schemas.microsoft.com/office/powerpoint/2010/main" val="86985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06D3-22AD-4028-ABB2-014C64CE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8DB7C-E6F8-4CA5-BDB3-7B5E7FBBE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50" y="1853248"/>
            <a:ext cx="10831484" cy="439515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mvn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archetype:generate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DgroupId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com.example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DartifactId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MyMavenApp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DarchetypeArtifactId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=maven-archetype-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quickstart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DinteractiveMode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=false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Note : You will have to add plugins  in POM file for compiling and running class file, hence final POM file is uploaded in GCR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mvn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compile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mvn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test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mvn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package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mvn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clean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82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52C0-2AD9-4CD9-B436-E597CD8DA32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2880" y="947651"/>
            <a:ext cx="8764269" cy="5300749"/>
          </a:xfrm>
        </p:spPr>
        <p:txBody>
          <a:bodyPr/>
          <a:lstStyle/>
          <a:p>
            <a:r>
              <a:rPr lang="en-US" dirty="0"/>
              <a:t>After generating the project, you will notice the following standard Maven directory structure:</a:t>
            </a:r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5C019-B55E-458F-878E-F59D947B6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652" y="2090582"/>
            <a:ext cx="5273040" cy="453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66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359</TotalTime>
  <Words>210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Wingdings 3</vt:lpstr>
      <vt:lpstr>Ion</vt:lpstr>
      <vt:lpstr>DevOps Lab</vt:lpstr>
      <vt:lpstr>Maven</vt:lpstr>
      <vt:lpstr>Commands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Lab</dc:title>
  <dc:creator>Varun Khare</dc:creator>
  <cp:lastModifiedBy>Varun Khare</cp:lastModifiedBy>
  <cp:revision>31</cp:revision>
  <dcterms:created xsi:type="dcterms:W3CDTF">2025-02-17T17:41:02Z</dcterms:created>
  <dcterms:modified xsi:type="dcterms:W3CDTF">2025-02-21T03:44:50Z</dcterms:modified>
</cp:coreProperties>
</file>